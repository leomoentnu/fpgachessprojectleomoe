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7726A-690E-C7B1-98A5-0A458B654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02A90-9EF3-80F9-BCF7-444E04D48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312E2-9EF2-6F51-9A9B-A157CA773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725CB-B0BA-4A68-85A1-D7FF205B730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229C5-3AC1-37D5-7F65-198AAAB06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11C5-F38B-4A7C-29AE-8A6022336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E0BA-5976-4C82-9E56-CFA188466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23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D421C-ECE5-E22B-C305-78E6A6DD1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2E2B1-7DF6-3158-2CCC-4062BC3FD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30633-6D73-757E-D359-7B3DA583D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725CB-B0BA-4A68-85A1-D7FF205B730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83C66-5BD4-DE0C-F089-BA5CB46C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0B6B7-4B1C-35E2-4BFA-045E952FA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E0BA-5976-4C82-9E56-CFA188466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83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9EF9C-BDEB-E044-C38C-D131BA7FB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7D763-1829-E931-DDC7-7D5CDEAD8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E06AE-91DF-D3D5-BB5C-642E85C52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725CB-B0BA-4A68-85A1-D7FF205B730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790D8-F286-0E6D-905A-DA99539B5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D6420-F574-00DD-639C-0382F07FC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E0BA-5976-4C82-9E56-CFA188466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39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1CD6D-018C-1B09-902C-80D0D4B3B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7BBC-0D09-8D0E-B778-A1B3E3BC2A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84F2A-2E83-F144-F75A-8FDE613A6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E619B-4C59-68CB-C940-F9C0A1E8B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725CB-B0BA-4A68-85A1-D7FF205B730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A1EF5-1429-8275-8989-270707BB4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F96A1-B6B5-520E-497E-B7201740B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E0BA-5976-4C82-9E56-CFA188466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586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E8B48-C995-123E-9766-94D948C4D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E37AF-CB15-E41D-5300-2CD84B7E8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FC221-1910-FDA9-858C-AD38F363E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1849C8-0492-73C2-8782-D9B767032D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A19E3B-B0FF-A957-1941-4F7EA9496E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35169-F4D7-B24C-4F17-22A7CA240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725CB-B0BA-4A68-85A1-D7FF205B730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245A8-B097-45C9-17BC-D55D3123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92897F-ECAC-3D89-B8B5-6B7DB38AF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E0BA-5976-4C82-9E56-CFA188466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52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58E77-FE17-DA01-2A36-8DA248357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9AEDB4-649D-AD59-DD34-77E23691D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725CB-B0BA-4A68-85A1-D7FF205B730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639D3A-29C9-8FEC-4CCE-1E29082B7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0E9CE6-BCDE-E1FF-EF2B-55A75B675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E0BA-5976-4C82-9E56-CFA188466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98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0698C6-DA41-F045-8483-F5F3657FF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725CB-B0BA-4A68-85A1-D7FF205B730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2E6476-5546-0A47-8A9B-DD147CA6E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03E3E-5C1A-4B0E-CF6B-F7B6EBC6E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E0BA-5976-4C82-9E56-CFA188466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720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0D4A9-8269-7507-E914-F678D8345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C9771-08E6-9282-D9D2-30B2B477B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4EBD60-C177-CFFA-E601-3A0B148C3A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F88E1-02C7-2B76-39EA-11B3D87DD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725CB-B0BA-4A68-85A1-D7FF205B730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E559B7-89F6-AAE5-0543-808A32D0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CBE80-B5F0-A0DA-862A-F7EF29402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E0BA-5976-4C82-9E56-CFA188466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546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407E3-8A44-70ED-9601-E491978F7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54028F-9FC0-9C28-0653-82CBBF0F3A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AEB52B-1BAF-C814-6DCD-C5E89D290C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E31E7-129D-6CE7-40B1-36B7BD483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725CB-B0BA-4A68-85A1-D7FF205B730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0EACD-8423-2AB0-FE94-C154A2345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445FA3-E0B5-E1A9-D3A5-B9CA9A962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E0BA-5976-4C82-9E56-CFA188466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67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C25FB-DB61-FB4F-7DCD-CB691CED2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D9524E-2094-6F06-7409-746BC97A5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D0C3B-512C-5573-02C6-377F00D3C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725CB-B0BA-4A68-85A1-D7FF205B730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6FC15-AD75-A575-8AEB-C49DF92F1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EAA26-B21B-ED76-4C95-45DD64C9A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E0BA-5976-4C82-9E56-CFA188466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61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F21D2-6F2A-66F7-0302-AA33EB0445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6B462F-B068-6ABB-FC7E-F8EFF05FFE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80AF0-A3B9-4FC5-AA65-D18927964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725CB-B0BA-4A68-85A1-D7FF205B730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B1F4B-89FC-A01F-CF35-D5133CB42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7CE7E-5701-BE69-65AB-6911F2A2F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7E0BA-5976-4C82-9E56-CFA188466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719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A4924-C31D-0541-03E5-E5481E4A9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7EA3F-27ED-8372-42F8-119EF1F72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6580D7-7DCE-04A6-360A-C125FB1AF7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E725CB-B0BA-4A68-85A1-D7FF205B730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0BE60-A07C-C65A-7906-919E9ECF7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4D08F-8445-525D-1504-C2CF366EAC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7E0BA-5976-4C82-9E56-CFA188466B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843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E6DAA-7516-8E6D-5CBF-0CA5FC4AB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1463" y="-200552"/>
            <a:ext cx="3184737" cy="1145542"/>
          </a:xfrm>
        </p:spPr>
        <p:txBody>
          <a:bodyPr>
            <a:normAutofit/>
          </a:bodyPr>
          <a:lstStyle/>
          <a:p>
            <a:r>
              <a:rPr lang="en-US" dirty="0" err="1"/>
              <a:t>boardrep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7D5058-D0B9-6A8F-EBC9-BD1EB856BF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E70BC4-BE0C-3948-B85F-80CB8DE2D2E8}"/>
              </a:ext>
            </a:extLst>
          </p:cNvPr>
          <p:cNvSpPr/>
          <p:nvPr/>
        </p:nvSpPr>
        <p:spPr>
          <a:xfrm>
            <a:off x="660400" y="680720"/>
            <a:ext cx="4145280" cy="919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White 1. </a:t>
            </a:r>
            <a:r>
              <a:rPr lang="en-US" dirty="0" err="1"/>
              <a:t>iszero</a:t>
            </a:r>
            <a:r>
              <a:rPr lang="en-US" dirty="0"/>
              <a:t>=0, </a:t>
            </a:r>
            <a:r>
              <a:rPr lang="en-US" dirty="0" err="1"/>
              <a:t>vectorOut</a:t>
            </a:r>
            <a:r>
              <a:rPr lang="en-US" dirty="0"/>
              <a:t>=[0,0,0,a3,a4]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CB6931-C3C7-7034-ACB6-D1446E432139}"/>
              </a:ext>
            </a:extLst>
          </p:cNvPr>
          <p:cNvSpPr/>
          <p:nvPr/>
        </p:nvSpPr>
        <p:spPr>
          <a:xfrm>
            <a:off x="369147" y="1750060"/>
            <a:ext cx="4145280" cy="919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white 2.iszero=0, </a:t>
            </a:r>
            <a:r>
              <a:rPr lang="en-US" dirty="0" err="1"/>
              <a:t>vectorOut</a:t>
            </a:r>
            <a:r>
              <a:rPr lang="en-US" dirty="0"/>
              <a:t>=[0,0,(b3,b4),(a3,a4)]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968A5A-389F-7282-ABC3-2F70FD36A8C3}"/>
              </a:ext>
            </a:extLst>
          </p:cNvPr>
          <p:cNvSpPr/>
          <p:nvPr/>
        </p:nvSpPr>
        <p:spPr>
          <a:xfrm>
            <a:off x="369147" y="2934812"/>
            <a:ext cx="4145280" cy="919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White 3=0-vector .</a:t>
            </a:r>
            <a:r>
              <a:rPr lang="en-US" dirty="0" err="1"/>
              <a:t>iszero</a:t>
            </a:r>
            <a:r>
              <a:rPr lang="en-US" dirty="0"/>
              <a:t>=0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2CB739-E6B3-CB63-40C6-A0CDADC425C7}"/>
              </a:ext>
            </a:extLst>
          </p:cNvPr>
          <p:cNvSpPr/>
          <p:nvPr/>
        </p:nvSpPr>
        <p:spPr>
          <a:xfrm>
            <a:off x="575734" y="4106546"/>
            <a:ext cx="4145280" cy="919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White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F84668-FDB3-73DF-5B85-C50FC5F3F415}"/>
              </a:ext>
            </a:extLst>
          </p:cNvPr>
          <p:cNvSpPr/>
          <p:nvPr/>
        </p:nvSpPr>
        <p:spPr>
          <a:xfrm>
            <a:off x="7073053" y="4566286"/>
            <a:ext cx="4145280" cy="919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Black 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AA9C25-0868-BD07-543B-53F3A388D4E0}"/>
              </a:ext>
            </a:extLst>
          </p:cNvPr>
          <p:cNvSpPr/>
          <p:nvPr/>
        </p:nvSpPr>
        <p:spPr>
          <a:xfrm>
            <a:off x="7061200" y="2895283"/>
            <a:ext cx="4145280" cy="919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CB9C0F-1259-0EB3-F04C-386F70DFC5D7}"/>
              </a:ext>
            </a:extLst>
          </p:cNvPr>
          <p:cNvSpPr/>
          <p:nvPr/>
        </p:nvSpPr>
        <p:spPr>
          <a:xfrm>
            <a:off x="6776720" y="1750060"/>
            <a:ext cx="4145280" cy="919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Black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EBBF87-D3D1-39E6-0FFC-AA9634FA979A}"/>
              </a:ext>
            </a:extLst>
          </p:cNvPr>
          <p:cNvSpPr/>
          <p:nvPr/>
        </p:nvSpPr>
        <p:spPr>
          <a:xfrm>
            <a:off x="6849533" y="525780"/>
            <a:ext cx="4145280" cy="919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Black 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8863B6C-43BE-5411-FE0D-AA845B4B937C}"/>
              </a:ext>
            </a:extLst>
          </p:cNvPr>
          <p:cNvSpPr/>
          <p:nvPr/>
        </p:nvSpPr>
        <p:spPr>
          <a:xfrm>
            <a:off x="5384799" y="537477"/>
            <a:ext cx="1066800" cy="7508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578B534-D46E-6AEA-74C6-E259CA2AF610}"/>
              </a:ext>
            </a:extLst>
          </p:cNvPr>
          <p:cNvSpPr/>
          <p:nvPr/>
        </p:nvSpPr>
        <p:spPr>
          <a:xfrm>
            <a:off x="5218853" y="1669839"/>
            <a:ext cx="1066800" cy="7508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AND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64E0444-BECA-8CFF-8A5D-AF5A423F43A5}"/>
              </a:ext>
            </a:extLst>
          </p:cNvPr>
          <p:cNvSpPr/>
          <p:nvPr/>
        </p:nvSpPr>
        <p:spPr>
          <a:xfrm>
            <a:off x="5291667" y="2678112"/>
            <a:ext cx="1066800" cy="7508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AND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1AFB73B-011E-A5FC-7E0A-65F3F86659AA}"/>
              </a:ext>
            </a:extLst>
          </p:cNvPr>
          <p:cNvSpPr/>
          <p:nvPr/>
        </p:nvSpPr>
        <p:spPr>
          <a:xfrm>
            <a:off x="5655733" y="3625639"/>
            <a:ext cx="1066800" cy="7508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28F1B3D-F931-1E3C-F7B8-8E598E62FF16}"/>
              </a:ext>
            </a:extLst>
          </p:cNvPr>
          <p:cNvSpPr/>
          <p:nvPr/>
        </p:nvSpPr>
        <p:spPr>
          <a:xfrm>
            <a:off x="5472853" y="4549247"/>
            <a:ext cx="1066800" cy="7508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&gt;=2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F19F898-9CD9-2D90-2215-EF384C1A328B}"/>
              </a:ext>
            </a:extLst>
          </p:cNvPr>
          <p:cNvCxnSpPr/>
          <p:nvPr/>
        </p:nvCxnSpPr>
        <p:spPr>
          <a:xfrm>
            <a:off x="8754533" y="67733"/>
            <a:ext cx="94827" cy="51900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6A0EE32-BBEC-7CCA-4273-3708B88D4BE8}"/>
              </a:ext>
            </a:extLst>
          </p:cNvPr>
          <p:cNvCxnSpPr>
            <a:cxnSpLocks/>
          </p:cNvCxnSpPr>
          <p:nvPr/>
        </p:nvCxnSpPr>
        <p:spPr>
          <a:xfrm>
            <a:off x="2565400" y="304800"/>
            <a:ext cx="82974" cy="4953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113153D-DB56-4566-BBC1-350C1EC9C6C4}"/>
              </a:ext>
            </a:extLst>
          </p:cNvPr>
          <p:cNvCxnSpPr>
            <a:cxnSpLocks/>
          </p:cNvCxnSpPr>
          <p:nvPr/>
        </p:nvCxnSpPr>
        <p:spPr>
          <a:xfrm flipH="1">
            <a:off x="5932171" y="304800"/>
            <a:ext cx="44448" cy="5647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8CCCC05-ABBE-A51E-6D27-B20BD69BC83D}"/>
              </a:ext>
            </a:extLst>
          </p:cNvPr>
          <p:cNvSpPr/>
          <p:nvPr/>
        </p:nvSpPr>
        <p:spPr>
          <a:xfrm>
            <a:off x="195156" y="5349875"/>
            <a:ext cx="4145280" cy="919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[a3,a4]+[a4,a3]= [0,0]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E9D293-7D42-2817-72A4-46B194DC720B}"/>
              </a:ext>
            </a:extLst>
          </p:cNvPr>
          <p:cNvSpPr txBox="1"/>
          <p:nvPr/>
        </p:nvSpPr>
        <p:spPr>
          <a:xfrm>
            <a:off x="135467" y="812800"/>
            <a:ext cx="611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A3,a4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5DF9D0-C4E2-4891-244A-44555AC1C1EE}"/>
              </a:ext>
            </a:extLst>
          </p:cNvPr>
          <p:cNvSpPr txBox="1"/>
          <p:nvPr/>
        </p:nvSpPr>
        <p:spPr>
          <a:xfrm>
            <a:off x="1757680" y="1852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0,0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9FCFF7-648B-84D6-B5AF-CB0E8F5C793C}"/>
              </a:ext>
            </a:extLst>
          </p:cNvPr>
          <p:cNvSpPr txBox="1"/>
          <p:nvPr/>
        </p:nvSpPr>
        <p:spPr>
          <a:xfrm>
            <a:off x="7620" y="1916001"/>
            <a:ext cx="611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b3,b4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1959EFF-8AB1-F7A5-5B8F-83154F4BBB7B}"/>
              </a:ext>
            </a:extLst>
          </p:cNvPr>
          <p:cNvSpPr txBox="1"/>
          <p:nvPr/>
        </p:nvSpPr>
        <p:spPr>
          <a:xfrm>
            <a:off x="-121073" y="3168432"/>
            <a:ext cx="611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b4,a3</a:t>
            </a:r>
          </a:p>
        </p:txBody>
      </p:sp>
    </p:spTree>
    <p:extLst>
      <p:ext uri="{BB962C8B-B14F-4D97-AF65-F5344CB8AC3E}">
        <p14:creationId xmlns:p14="http://schemas.microsoft.com/office/powerpoint/2010/main" val="2685600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1388</TotalTime>
  <Words>78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boardrep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Moe</dc:creator>
  <cp:lastModifiedBy>Leo Moe</cp:lastModifiedBy>
  <cp:revision>1</cp:revision>
  <dcterms:created xsi:type="dcterms:W3CDTF">2026-04-13T17:04:54Z</dcterms:created>
  <dcterms:modified xsi:type="dcterms:W3CDTF">2026-04-14T16:13:27Z</dcterms:modified>
</cp:coreProperties>
</file>